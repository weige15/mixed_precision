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"/>
  </p:notesMasterIdLst>
  <p:sldIdLst>
    <p:sldId id="256" r:id="rId4"/>
    <p:sldId id="257" r:id="rId3"/>
  </p:sldIdLst>
  <p:sldSz cx="14630400" cy="8229600"/>
  <p:notesSz cx="8229600" cy="14630400"/>
  <p:embeddedFontLs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 type="titleOnly">
  <p:cSld name="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11772502" y="2567376"/>
            <a:ext cx="2857898" cy="5662224"/>
            <a:chOff x="9810418" y="2139480"/>
            <a:chExt cx="2381582" cy="4718520"/>
          </a:xfrm>
        </p:grpSpPr>
        <p:pic>
          <p:nvPicPr>
            <p:cNvPr id="86" name="Google Shape;86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0"/>
          <p:cNvSpPr/>
          <p:nvPr/>
        </p:nvSpPr>
        <p:spPr>
          <a:xfrm>
            <a:off x="0" y="0"/>
            <a:ext cx="730800" cy="83034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0"/>
          <p:cNvSpPr/>
          <p:nvPr/>
        </p:nvSpPr>
        <p:spPr>
          <a:xfrm rot="2452991">
            <a:off x="12187960" y="6698831"/>
            <a:ext cx="2202647" cy="7571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/>
              </a:rPr>
              <a:t>NYCU</a:t>
            </a:r>
          </a:p>
        </p:txBody>
      </p:sp>
      <p:cxnSp>
        <p:nvCxnSpPr>
          <p:cNvPr id="90" name="Google Shape;90;p20"/>
          <p:cNvCxnSpPr/>
          <p:nvPr/>
        </p:nvCxnSpPr>
        <p:spPr>
          <a:xfrm>
            <a:off x="10171458" y="2028826"/>
            <a:ext cx="44700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1707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684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</Words>
  <Application>Microsoft Office PowerPoint</Application>
  <PresentationFormat>自訂</PresentationFormat>
  <Paragraphs>17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PT Serif</vt:lpstr>
      <vt:lpstr>Arial</vt:lpstr>
      <vt:lpstr>Calibri</vt:lpstr>
      <vt:lpstr>Office Theme</vt:lpstr>
      <vt:lpstr>[Title] [seminar]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2</cp:revision>
  <dcterms:modified xsi:type="dcterms:W3CDTF">2026-05-27T21:18:23Z</dcterms:modified>
</cp:coreProperties>
</file>