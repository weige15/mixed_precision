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5"/>
  </p:notesMasterIdLst>
  <p:sldIdLst>
    <p:sldId id="256" r:id="rId4"/>
    <p:sldId id="257" r:id="rId3"/>
    <p:sldId id="258" r:id="rId2"/>
    <p:sldId id="259" r:id="rId14"/>
    <p:sldId id="260" r:id="rId15"/>
    <p:sldId id="261" r:id="rId16"/>
  </p:sldIdLst>
  <p:sldSz cx="14630400" cy="8229600"/>
  <p:notesSz cx="8229600" cy="14630400"/>
  <p:embeddedFontLst>
    <p:embeddedFont>
      <p:font typeface="PT Serif" panose="020A0603040505020204" pitchFamily="18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2 master">
  <p:cSld name="Slide 12 mast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3 master">
  <p:cSld name="Slide 13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4 master">
  <p:cSld name="Slide 14 mast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5 master">
  <p:cSld name="Slide 15 mast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/>
          <p:nvPr/>
        </p:nvSpPr>
        <p:spPr>
          <a:xfrm>
            <a:off x="0" y="6625883"/>
            <a:ext cx="14630400" cy="1603800"/>
          </a:xfrm>
          <a:prstGeom prst="rect">
            <a:avLst/>
          </a:prstGeom>
          <a:solidFill>
            <a:srgbClr val="052E6E"/>
          </a:solidFill>
          <a:ln w="152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8"/>
          <p:cNvSpPr/>
          <p:nvPr/>
        </p:nvSpPr>
        <p:spPr>
          <a:xfrm>
            <a:off x="12627499" y="6777787"/>
            <a:ext cx="22026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NYCU</a:t>
            </a:r>
            <a:endParaRPr sz="4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18"/>
          <p:cNvCxnSpPr/>
          <p:nvPr/>
        </p:nvCxnSpPr>
        <p:spPr>
          <a:xfrm>
            <a:off x="1828800" y="4040945"/>
            <a:ext cx="10972800" cy="0"/>
          </a:xfrm>
          <a:prstGeom prst="straightConnector1">
            <a:avLst/>
          </a:prstGeom>
          <a:noFill/>
          <a:ln w="68575" cap="flat" cmpd="sng">
            <a:solidFill>
              <a:srgbClr val="5B9BD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60" name="Google Shape;60;p18"/>
          <p:cNvSpPr txBox="1">
            <a:spLocks noGrp="1"/>
          </p:cNvSpPr>
          <p:nvPr>
            <p:ph type="ctrTitle"/>
          </p:nvPr>
        </p:nvSpPr>
        <p:spPr>
          <a:xfrm>
            <a:off x="1828800" y="712052"/>
            <a:ext cx="10972800" cy="2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ubTitle" idx="1"/>
          </p:nvPr>
        </p:nvSpPr>
        <p:spPr>
          <a:xfrm>
            <a:off x="1828800" y="4845577"/>
            <a:ext cx="109728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11167264" y="7627544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18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66" name="Google Shape;66;p1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32124" y="136525"/>
              <a:ext cx="1217128" cy="91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67;p18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52E6E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rgbClr val="052E6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p18"/>
          <p:cNvSpPr/>
          <p:nvPr/>
        </p:nvSpPr>
        <p:spPr>
          <a:xfrm>
            <a:off x="11242102" y="3534383"/>
            <a:ext cx="1044300" cy="1044300"/>
          </a:xfrm>
          <a:prstGeom prst="ellipse">
            <a:avLst/>
          </a:prstGeom>
          <a:solidFill>
            <a:srgbClr val="F0DF88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8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" type="obj">
  <p:cSld name="OBJEC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371702"/>
            <a:ext cx="2857898" cy="285789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/>
          <p:nvPr/>
        </p:nvSpPr>
        <p:spPr>
          <a:xfrm>
            <a:off x="10332720" y="0"/>
            <a:ext cx="4297800" cy="8229600"/>
          </a:xfrm>
          <a:prstGeom prst="rect">
            <a:avLst/>
          </a:prstGeom>
          <a:solidFill>
            <a:srgbClr val="052E6E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9"/>
          <p:cNvSpPr/>
          <p:nvPr/>
        </p:nvSpPr>
        <p:spPr>
          <a:xfrm>
            <a:off x="10278907" y="7308256"/>
            <a:ext cx="22026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NYCU</a:t>
            </a:r>
            <a:endParaRPr sz="4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87783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1005840" y="2774852"/>
            <a:ext cx="8778300" cy="46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/>
            </a:lvl1pPr>
            <a:lvl2pPr marL="914400" lvl="1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2pPr>
            <a:lvl3pPr marL="1371600" lvl="2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3pPr>
            <a:lvl4pPr marL="1828800" lvl="3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1700"/>
            </a:lvl4pPr>
            <a:lvl5pPr marL="2286000" lvl="4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5pPr>
            <a:lvl6pPr marL="2743200" lvl="5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6pPr>
            <a:lvl7pPr marL="3200400" lvl="6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1700"/>
            </a:lvl7pPr>
            <a:lvl8pPr marL="3657600" lvl="7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8pPr>
            <a:lvl9pPr marL="4114800" lvl="8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ldNum" idx="12"/>
          </p:nvPr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9" name="Google Shape;79;p19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80" name="Google Shape;80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32124" y="136525"/>
              <a:ext cx="1217128" cy="9137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9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2" name="Google Shape;82;p19"/>
          <p:cNvCxnSpPr/>
          <p:nvPr/>
        </p:nvCxnSpPr>
        <p:spPr>
          <a:xfrm>
            <a:off x="1005840" y="2267536"/>
            <a:ext cx="5725500" cy="0"/>
          </a:xfrm>
          <a:prstGeom prst="straightConnector1">
            <a:avLst/>
          </a:prstGeom>
          <a:noFill/>
          <a:ln w="68575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83" name="Google Shape;83;p19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" type="titleOnly">
  <p:cSld name="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20"/>
          <p:cNvGrpSpPr/>
          <p:nvPr/>
        </p:nvGrpSpPr>
        <p:grpSpPr>
          <a:xfrm>
            <a:off x="11772502" y="2567376"/>
            <a:ext cx="2857898" cy="5662224"/>
            <a:chOff x="9810418" y="2139480"/>
            <a:chExt cx="2381582" cy="4718520"/>
          </a:xfrm>
        </p:grpSpPr>
        <p:pic>
          <p:nvPicPr>
            <p:cNvPr id="86" name="Google Shape;86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0800000">
              <a:off x="9810418" y="4476418"/>
              <a:ext cx="2381582" cy="2381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-5400000">
              <a:off x="9810418" y="2139480"/>
              <a:ext cx="2381582" cy="23815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" name="Google Shape;88;p20"/>
          <p:cNvSpPr/>
          <p:nvPr/>
        </p:nvSpPr>
        <p:spPr>
          <a:xfrm>
            <a:off x="0" y="0"/>
            <a:ext cx="730800" cy="8303400"/>
          </a:xfrm>
          <a:prstGeom prst="rect">
            <a:avLst/>
          </a:prstGeom>
          <a:solidFill>
            <a:srgbClr val="052E6E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0"/>
          <p:cNvSpPr/>
          <p:nvPr/>
        </p:nvSpPr>
        <p:spPr>
          <a:xfrm rot="2452991">
            <a:off x="12187960" y="6698831"/>
            <a:ext cx="2202647" cy="75713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52E6E"/>
                </a:solidFill>
                <a:latin typeface="Calibri"/>
              </a:rPr>
              <a:t>NYCU</a:t>
            </a:r>
          </a:p>
        </p:txBody>
      </p:sp>
      <p:cxnSp>
        <p:nvCxnSpPr>
          <p:cNvPr id="90" name="Google Shape;90;p20"/>
          <p:cNvCxnSpPr/>
          <p:nvPr/>
        </p:nvCxnSpPr>
        <p:spPr>
          <a:xfrm>
            <a:off x="10171458" y="2028826"/>
            <a:ext cx="4470000" cy="0"/>
          </a:xfrm>
          <a:prstGeom prst="straightConnector1">
            <a:avLst/>
          </a:prstGeom>
          <a:noFill/>
          <a:ln w="68575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17078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sldNum" idx="12"/>
          </p:nvPr>
        </p:nvSpPr>
        <p:spPr>
          <a:xfrm>
            <a:off x="11170264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5" name="Google Shape;95;p20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96" name="Google Shape;96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32124" y="136525"/>
              <a:ext cx="1217128" cy="91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20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52E6E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rgbClr val="052E6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0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56844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8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Mixed Precision Progress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2743200"/>
            <a:ext cx="11734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Aptos"/>
              </a:rPr>
              <a:t>Research team x Internal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0264" y="7627620"/>
            <a:ext cx="3291900" cy="4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Snapshot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A compact status view for validating the template.</a:t>
            </a:r>
          </a:p>
          <a:p>
            <a:pPr lvl="1"/>
            <a:r>
              <a:rPr>
                <a:latin typeface="Aptos"/>
              </a:rPr>
              <a:t>Objective: confirm title, body, footer, and slide number behavior.</a:t>
            </a:r>
          </a:p>
          <a:p>
            <a:pPr lvl="1"/>
            <a:r>
              <a:rPr>
                <a:latin typeface="Aptos"/>
              </a:rPr>
              <a:t>Scope: dummy content only; no research claims are intended.</a:t>
            </a:r>
          </a:p>
          <a:p>
            <a:pPr lvl="1"/>
            <a:r>
              <a:rPr>
                <a:latin typeface="Aptos"/>
              </a:rPr>
              <a:t>Output: reusable template config plus generated PowerPoint.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Shape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Three simple steps for the template smoke test.</a:t>
            </a:r>
          </a:p>
          <a:p>
            <a:pPr lvl="1"/>
            <a:r>
              <a:rPr>
                <a:latin typeface="Aptos"/>
              </a:rPr>
              <a:t>Prepare: profile the template and route layout mappings.</a:t>
            </a:r>
          </a:p>
          <a:p>
            <a:pPr lvl="1"/>
            <a:r>
              <a:rPr>
                <a:latin typeface="Aptos"/>
              </a:rPr>
              <a:t>Generate: fill template fields while preserving theme styling.</a:t>
            </a:r>
          </a:p>
          <a:p>
            <a:pPr lvl="1"/>
            <a:r>
              <a:rPr>
                <a:latin typeface="Aptos"/>
              </a:rPr>
              <a:t>Validate: check for overflow, missing text, and warnings.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Two ways this template can be reviewed.</a:t>
            </a:r>
          </a:p>
          <a:p>
            <a:pPr lvl="1"/>
            <a:r>
              <a:rPr>
                <a:latin typeface="Aptos"/>
              </a:rPr>
              <a:t>Fast check: minimal content for typography and spacing review.</a:t>
            </a:r>
          </a:p>
          <a:p>
            <a:pPr lvl="1"/>
            <a:r>
              <a:rPr>
                <a:latin typeface="Aptos"/>
              </a:rPr>
              <a:t>Full draft: richer content for a later presentation review.</a:t>
            </a:r>
          </a:p>
          <a:p>
            <a:pPr lvl="1"/>
            <a:r>
              <a:rPr>
                <a:latin typeface="Aptos"/>
              </a:rPr>
              <a:t>Current output: dummy-only content using the supported body layout.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Signals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Short copy keeps the generated deck easy to inspect.</a:t>
            </a:r>
          </a:p>
          <a:p>
            <a:pPr lvl="1"/>
            <a:r>
              <a:rPr>
                <a:latin typeface="Aptos"/>
              </a:rPr>
              <a:t>Template fit: title and body fields are populated directly.</a:t>
            </a:r>
          </a:p>
          <a:p>
            <a:pPr lvl="1"/>
            <a:r>
              <a:rPr>
                <a:latin typeface="Aptos"/>
              </a:rPr>
              <a:t>Content risk: dummy copy is short enough to avoid overflow.</a:t>
            </a:r>
          </a:p>
          <a:p>
            <a:pPr lvl="1"/>
            <a:r>
              <a:rPr>
                <a:latin typeface="Aptos"/>
              </a:rPr>
              <a:t>Validation target: zero errors and zero warnings.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3200400"/>
            <a:ext cx="11734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05050"/>
                </a:solidFill>
                <a:latin typeface="Aptos"/>
              </a:rPr>
              <a:t>"This file is only a dummy deck for checking the PowerPoint template."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0264" y="7627620"/>
            <a:ext cx="3291900" cy="43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83</Words>
  <Application>Microsoft Office PowerPoint</Application>
  <PresentationFormat>自訂</PresentationFormat>
  <Paragraphs>17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PT Serif</vt:lpstr>
      <vt:lpstr>Arial</vt:lpstr>
      <vt:lpstr>Calibri</vt:lpstr>
      <vt:lpstr>Office Theme</vt:lpstr>
      <vt:lpstr>[Title] [seminar]</vt:lpstr>
      <vt:lpstr>Outline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郭子維</dc:creator>
  <cp:lastModifiedBy>郭子維</cp:lastModifiedBy>
  <cp:revision>2</cp:revision>
  <dcterms:modified xsi:type="dcterms:W3CDTF">2026-05-27T21:18:23Z</dcterms:modified>
</cp:coreProperties>
</file>