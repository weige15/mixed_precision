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4"/>
  </p:notesMasterIdLst>
  <p:sldIdLst>
    <p:sldId id="256" r:id="rId2"/>
    <p:sldId id="257" r:id="rId3"/>
  </p:sldIdLst>
  <p:sldSz cx="14630400" cy="8229600"/>
  <p:notesSz cx="8229600" cy="14630400"/>
  <p:embeddedFontLst>
    <p:embeddedFont>
      <p:font typeface="PT Serif" panose="020A0603040505020204" pitchFamily="18" charset="0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1ecbdc3be_0_0:notes"/>
          <p:cNvSpPr txBox="1">
            <a:spLocks noGrp="1"/>
          </p:cNvSpPr>
          <p:nvPr>
            <p:ph type="body" idx="1"/>
          </p:nvPr>
        </p:nvSpPr>
        <p:spPr>
          <a:xfrm>
            <a:off x="822960" y="7040880"/>
            <a:ext cx="6583800" cy="576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3d1ecbdc3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1ecbdc3be_0_116:notes"/>
          <p:cNvSpPr txBox="1">
            <a:spLocks noGrp="1"/>
          </p:cNvSpPr>
          <p:nvPr>
            <p:ph type="body" idx="1"/>
          </p:nvPr>
        </p:nvSpPr>
        <p:spPr>
          <a:xfrm>
            <a:off x="822960" y="7040880"/>
            <a:ext cx="6583800" cy="576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Introduction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：介紹目前量化面臨的挑戰 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How ResQ Works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：探討 ResQ 的原理 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Benchmark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：展示在不同模型上的效能 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Ablation Study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：分析各個矩陣(UA, UB…)的貢獻 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Conclusion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：總結本研究的核心價值 。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g3d1ecbdc3be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1 master">
  <p:cSld name="Slide 11 mast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2 master">
  <p:cSld name="Slide 12 mast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3 master">
  <p:cSld name="Slide 13 mast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4 master">
  <p:cSld name="Slide 14 mast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5 master">
  <p:cSld name="Slide 15 mast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/>
          <p:nvPr/>
        </p:nvSpPr>
        <p:spPr>
          <a:xfrm>
            <a:off x="0" y="6625883"/>
            <a:ext cx="14630400" cy="1603800"/>
          </a:xfrm>
          <a:prstGeom prst="rect">
            <a:avLst/>
          </a:prstGeom>
          <a:solidFill>
            <a:srgbClr val="052E6E"/>
          </a:solidFill>
          <a:ln w="1525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8"/>
          <p:cNvSpPr/>
          <p:nvPr/>
        </p:nvSpPr>
        <p:spPr>
          <a:xfrm>
            <a:off x="12627499" y="6777787"/>
            <a:ext cx="22026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NYCU</a:t>
            </a:r>
            <a:endParaRPr sz="4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18"/>
          <p:cNvCxnSpPr/>
          <p:nvPr/>
        </p:nvCxnSpPr>
        <p:spPr>
          <a:xfrm>
            <a:off x="1828800" y="4040945"/>
            <a:ext cx="10972800" cy="0"/>
          </a:xfrm>
          <a:prstGeom prst="straightConnector1">
            <a:avLst/>
          </a:prstGeom>
          <a:noFill/>
          <a:ln w="68575" cap="flat" cmpd="sng">
            <a:solidFill>
              <a:srgbClr val="5B9BD5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60" name="Google Shape;60;p18"/>
          <p:cNvSpPr txBox="1">
            <a:spLocks noGrp="1"/>
          </p:cNvSpPr>
          <p:nvPr>
            <p:ph type="ctrTitle"/>
          </p:nvPr>
        </p:nvSpPr>
        <p:spPr>
          <a:xfrm>
            <a:off x="1828800" y="712052"/>
            <a:ext cx="10972800" cy="2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Char char="●"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subTitle" idx="1"/>
          </p:nvPr>
        </p:nvSpPr>
        <p:spPr>
          <a:xfrm>
            <a:off x="1828800" y="4845577"/>
            <a:ext cx="10972800" cy="15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sldNum" idx="12"/>
          </p:nvPr>
        </p:nvSpPr>
        <p:spPr>
          <a:xfrm>
            <a:off x="11167264" y="7627544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5" name="Google Shape;65;p18"/>
          <p:cNvGrpSpPr/>
          <p:nvPr/>
        </p:nvGrpSpPr>
        <p:grpSpPr>
          <a:xfrm>
            <a:off x="12816184" y="163830"/>
            <a:ext cx="1825200" cy="1576685"/>
            <a:chOff x="10680153" y="136525"/>
            <a:chExt cx="1521000" cy="1313904"/>
          </a:xfrm>
        </p:grpSpPr>
        <p:pic>
          <p:nvPicPr>
            <p:cNvPr id="66" name="Google Shape;66;p18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832124" y="136525"/>
              <a:ext cx="1217128" cy="9137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" name="Google Shape;67;p18"/>
            <p:cNvSpPr/>
            <p:nvPr/>
          </p:nvSpPr>
          <p:spPr>
            <a:xfrm>
              <a:off x="10680153" y="1050229"/>
              <a:ext cx="152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9700" tIns="54850" rIns="109700" bIns="54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52E6E"/>
                  </a:solidFill>
                  <a:latin typeface="Calibri"/>
                  <a:ea typeface="Calibri"/>
                  <a:cs typeface="Calibri"/>
                  <a:sym typeface="Calibri"/>
                </a:rPr>
                <a:t>BASIC LAB</a:t>
              </a:r>
              <a:endParaRPr sz="2400" b="0" i="0" u="none" strike="noStrike" cap="none">
                <a:solidFill>
                  <a:srgbClr val="052E6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" name="Google Shape;68;p18"/>
          <p:cNvSpPr/>
          <p:nvPr/>
        </p:nvSpPr>
        <p:spPr>
          <a:xfrm>
            <a:off x="11242102" y="3534383"/>
            <a:ext cx="1044300" cy="1044300"/>
          </a:xfrm>
          <a:prstGeom prst="ellipse">
            <a:avLst/>
          </a:prstGeom>
          <a:solidFill>
            <a:srgbClr val="F0DF88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8"/>
          <p:cNvSpPr/>
          <p:nvPr/>
        </p:nvSpPr>
        <p:spPr>
          <a:xfrm>
            <a:off x="14151502" y="7686821"/>
            <a:ext cx="319800" cy="31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" type="obj">
  <p:cSld name="OBJEC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371702"/>
            <a:ext cx="2857898" cy="2857898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9"/>
          <p:cNvSpPr/>
          <p:nvPr/>
        </p:nvSpPr>
        <p:spPr>
          <a:xfrm>
            <a:off x="10332720" y="0"/>
            <a:ext cx="4297800" cy="8229600"/>
          </a:xfrm>
          <a:prstGeom prst="rect">
            <a:avLst/>
          </a:prstGeom>
          <a:solidFill>
            <a:srgbClr val="052E6E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9"/>
          <p:cNvSpPr/>
          <p:nvPr/>
        </p:nvSpPr>
        <p:spPr>
          <a:xfrm>
            <a:off x="10278907" y="7308256"/>
            <a:ext cx="22026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NYCU</a:t>
            </a:r>
            <a:endParaRPr sz="4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8778300" cy="15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Char char="●"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1005840" y="2774852"/>
            <a:ext cx="8778300" cy="46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rmAutofit/>
          </a:bodyPr>
          <a:lstStyle>
            <a:lvl1pPr marL="457200" lvl="0" indent="-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/>
            </a:lvl1pPr>
            <a:lvl2pPr marL="914400" lvl="1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1700"/>
            </a:lvl2pPr>
            <a:lvl3pPr marL="1371600" lvl="2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1700"/>
            </a:lvl3pPr>
            <a:lvl4pPr marL="1828800" lvl="3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1700"/>
            </a:lvl4pPr>
            <a:lvl5pPr marL="2286000" lvl="4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1700"/>
            </a:lvl5pPr>
            <a:lvl6pPr marL="2743200" lvl="5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1700"/>
            </a:lvl6pPr>
            <a:lvl7pPr marL="3200400" lvl="6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1700"/>
            </a:lvl7pPr>
            <a:lvl8pPr marL="3657600" lvl="7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1700"/>
            </a:lvl8pPr>
            <a:lvl9pPr marL="4114800" lvl="8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17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sldNum" idx="12"/>
          </p:nvPr>
        </p:nvSpPr>
        <p:spPr>
          <a:xfrm>
            <a:off x="11170264" y="7627546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9" name="Google Shape;79;p19"/>
          <p:cNvGrpSpPr/>
          <p:nvPr/>
        </p:nvGrpSpPr>
        <p:grpSpPr>
          <a:xfrm>
            <a:off x="12816184" y="163830"/>
            <a:ext cx="1825200" cy="1576685"/>
            <a:chOff x="10680153" y="136525"/>
            <a:chExt cx="1521000" cy="1313904"/>
          </a:xfrm>
        </p:grpSpPr>
        <p:pic>
          <p:nvPicPr>
            <p:cNvPr id="80" name="Google Shape;80;p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832124" y="136525"/>
              <a:ext cx="1217128" cy="9137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19"/>
            <p:cNvSpPr/>
            <p:nvPr/>
          </p:nvSpPr>
          <p:spPr>
            <a:xfrm>
              <a:off x="10680153" y="1050229"/>
              <a:ext cx="152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9700" tIns="54850" rIns="109700" bIns="54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BASIC LAB</a:t>
              </a:r>
              <a:endPara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2" name="Google Shape;82;p19"/>
          <p:cNvCxnSpPr/>
          <p:nvPr/>
        </p:nvCxnSpPr>
        <p:spPr>
          <a:xfrm>
            <a:off x="1005840" y="2267536"/>
            <a:ext cx="5725500" cy="0"/>
          </a:xfrm>
          <a:prstGeom prst="straightConnector1">
            <a:avLst/>
          </a:prstGeom>
          <a:noFill/>
          <a:ln w="68575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83" name="Google Shape;83;p19"/>
          <p:cNvSpPr/>
          <p:nvPr/>
        </p:nvSpPr>
        <p:spPr>
          <a:xfrm>
            <a:off x="14151502" y="7686821"/>
            <a:ext cx="319800" cy="31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>
            <a:spLocks noGrp="1"/>
          </p:cNvSpPr>
          <p:nvPr>
            <p:ph type="ctrTitle"/>
          </p:nvPr>
        </p:nvSpPr>
        <p:spPr>
          <a:xfrm>
            <a:off x="1883125" y="1241677"/>
            <a:ext cx="10972800" cy="2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b" anchorCtr="0">
            <a:noAutofit/>
          </a:bodyPr>
          <a:lstStyle/>
          <a:p>
            <a:pPr marL="0" lvl="0" indent="0" algn="ctr" rtl="0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650"/>
              <a:buFont typeface="PT Serif"/>
              <a:buNone/>
            </a:pPr>
            <a:r>
              <a:rPr lang="en-US" altLang="zh-TW" sz="4650" dirty="0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[Title]</a:t>
            </a:r>
            <a:br>
              <a:rPr lang="en-US" sz="4650" dirty="0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</a:br>
            <a:r>
              <a:rPr lang="en-US" sz="3200" dirty="0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[seminar]</a:t>
            </a:r>
            <a:endParaRPr sz="3200" dirty="0"/>
          </a:p>
        </p:txBody>
      </p:sp>
      <p:sp>
        <p:nvSpPr>
          <p:cNvPr id="104" name="Google Shape;104;p21"/>
          <p:cNvSpPr txBox="1">
            <a:spLocks noGrp="1"/>
          </p:cNvSpPr>
          <p:nvPr>
            <p:ph type="subTitle" idx="1"/>
          </p:nvPr>
        </p:nvSpPr>
        <p:spPr>
          <a:xfrm>
            <a:off x="1828800" y="4845577"/>
            <a:ext cx="10972800" cy="15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</a:pPr>
            <a:r>
              <a:rPr lang="en-US" dirty="0" err="1"/>
              <a:t>Presenter：郭子維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</a:pPr>
            <a:endParaRPr dirty="0"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11167264" y="7627544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8778300" cy="15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body" idx="1"/>
          </p:nvPr>
        </p:nvSpPr>
        <p:spPr>
          <a:xfrm>
            <a:off x="1005840" y="2774852"/>
            <a:ext cx="8778300" cy="46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rmAutofit/>
          </a:bodyPr>
          <a:lstStyle/>
          <a:p>
            <a:pPr marL="5461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11170264" y="7627546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Microsoft Office PowerPoint</Application>
  <PresentationFormat>自訂</PresentationFormat>
  <Paragraphs>13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PT Serif</vt:lpstr>
      <vt:lpstr>Arial</vt:lpstr>
      <vt:lpstr>Calibri</vt:lpstr>
      <vt:lpstr>Office Theme</vt:lpstr>
      <vt:lpstr>[Title] [seminar]</vt:lpstr>
      <vt:lpstr>Outline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郭子維</dc:creator>
  <cp:lastModifiedBy>郭子維</cp:lastModifiedBy>
  <cp:revision>1</cp:revision>
  <dcterms:modified xsi:type="dcterms:W3CDTF">2026-05-27T20:54:48Z</dcterms:modified>
</cp:coreProperties>
</file>